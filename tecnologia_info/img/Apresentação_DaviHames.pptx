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2"/>
    <p:sldId id="257" r:id="rId3"/>
    <p:sldId id="258" r:id="rId4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111" d="100"/>
          <a:sy n="111" d="100"/>
        </p:scale>
        <p:origin x="594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Slide de Título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915128" y="1788454"/>
            <a:ext cx="8361229" cy="2098226"/>
          </a:xfrm>
        </p:spPr>
        <p:txBody>
          <a:bodyPr anchor="b">
            <a:noAutofit/>
          </a:bodyPr>
          <a:lstStyle>
            <a:lvl1pPr algn="ctr">
              <a:defRPr sz="7200" cap="all" baseline="0">
                <a:solidFill>
                  <a:schemeClr val="tx2"/>
                </a:solidFill>
              </a:defRPr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679906" y="3956279"/>
            <a:ext cx="6831673" cy="1086237"/>
          </a:xfrm>
        </p:spPr>
        <p:txBody>
          <a:bodyPr>
            <a:normAutofit/>
          </a:bodyPr>
          <a:lstStyle>
            <a:lvl1pPr marL="0" indent="0"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  <a:defRPr sz="23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52858" y="6453386"/>
            <a:ext cx="1607944" cy="404614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</a:lstStyle>
          <a:p>
            <a:fld id="{87DE6118-2437-4B30-8E3C-4D2BE6020583}" type="datetimeFigureOut">
              <a:rPr lang="en-US" dirty="0"/>
              <a:pPr/>
              <a:t>7/16/2025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584054" y="6453386"/>
            <a:ext cx="7023377" cy="404614"/>
          </a:xfrm>
        </p:spPr>
        <p:txBody>
          <a:bodyPr/>
          <a:lstStyle>
            <a:lvl1pPr algn="ctr">
              <a:defRPr baseline="0">
                <a:solidFill>
                  <a:schemeClr val="tx2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830683" y="6453386"/>
            <a:ext cx="1596292" cy="404614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</a:lstStyle>
          <a:p>
            <a:fld id="{69E57DC2-970A-4B3E-BB1C-7A09969E49DF}" type="slidenum">
              <a:rPr lang="en-US" dirty="0"/>
              <a:pPr/>
              <a:t>‹nº›</a:t>
            </a:fld>
            <a:endParaRPr lang="en-US" dirty="0"/>
          </a:p>
        </p:txBody>
      </p:sp>
      <p:grpSp>
        <p:nvGrpSpPr>
          <p:cNvPr id="7" name="Group 6"/>
          <p:cNvGrpSpPr/>
          <p:nvPr/>
        </p:nvGrpSpPr>
        <p:grpSpPr>
          <a:xfrm>
            <a:off x="752858" y="744469"/>
            <a:ext cx="10674117" cy="5349671"/>
            <a:chOff x="752858" y="744469"/>
            <a:chExt cx="10674117" cy="5349671"/>
          </a:xfrm>
        </p:grpSpPr>
        <p:sp>
          <p:nvSpPr>
            <p:cNvPr id="11" name="Freeform 6"/>
            <p:cNvSpPr/>
            <p:nvPr/>
          </p:nvSpPr>
          <p:spPr bwMode="auto">
            <a:xfrm>
              <a:off x="8151962" y="1685652"/>
              <a:ext cx="3275013" cy="4408488"/>
            </a:xfrm>
            <a:custGeom>
              <a:avLst/>
              <a:gdLst/>
              <a:ahLst/>
              <a:cxnLst/>
              <a:rect l="l" t="t" r="r" b="b"/>
              <a:pathLst>
                <a:path w="10000" h="10000">
                  <a:moveTo>
                    <a:pt x="8761" y="0"/>
                  </a:moveTo>
                  <a:lnTo>
                    <a:pt x="10000" y="0"/>
                  </a:lnTo>
                  <a:lnTo>
                    <a:pt x="10000" y="10000"/>
                  </a:lnTo>
                  <a:lnTo>
                    <a:pt x="0" y="10000"/>
                  </a:lnTo>
                  <a:lnTo>
                    <a:pt x="0" y="9126"/>
                  </a:lnTo>
                  <a:lnTo>
                    <a:pt x="8761" y="9127"/>
                  </a:lnTo>
                  <a:lnTo>
                    <a:pt x="8761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</p:sp>
        <p:sp>
          <p:nvSpPr>
            <p:cNvPr id="14" name="Freeform 6"/>
            <p:cNvSpPr/>
            <p:nvPr/>
          </p:nvSpPr>
          <p:spPr bwMode="auto">
            <a:xfrm flipH="1" flipV="1">
              <a:off x="752858" y="744469"/>
              <a:ext cx="3275668" cy="4408488"/>
            </a:xfrm>
            <a:custGeom>
              <a:avLst/>
              <a:gdLst/>
              <a:ahLst/>
              <a:cxnLst/>
              <a:rect l="l" t="t" r="r" b="b"/>
              <a:pathLst>
                <a:path w="10002" h="10000">
                  <a:moveTo>
                    <a:pt x="8763" y="0"/>
                  </a:moveTo>
                  <a:lnTo>
                    <a:pt x="10002" y="0"/>
                  </a:lnTo>
                  <a:lnTo>
                    <a:pt x="10002" y="10000"/>
                  </a:lnTo>
                  <a:lnTo>
                    <a:pt x="2" y="10000"/>
                  </a:lnTo>
                  <a:cubicBezTo>
                    <a:pt x="-2" y="9698"/>
                    <a:pt x="4" y="9427"/>
                    <a:pt x="0" y="9125"/>
                  </a:cubicBezTo>
                  <a:lnTo>
                    <a:pt x="8763" y="9128"/>
                  </a:lnTo>
                  <a:lnTo>
                    <a:pt x="8763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</p:sp>
      </p:grp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DE6118-2437-4B30-8E3C-4D2BE6020583}" type="datetimeFigureOut">
              <a:rPr lang="en-US" dirty="0"/>
              <a:t>7/16/2025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E57DC2-970A-4B3E-BB1C-7A09969E49DF}" type="slidenum">
              <a:rPr lang="en-US" dirty="0"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Cabeçalho da Seção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5025" y="1301360"/>
            <a:ext cx="9612971" cy="2852737"/>
          </a:xfrm>
        </p:spPr>
        <p:txBody>
          <a:bodyPr anchor="b">
            <a:normAutofit/>
          </a:bodyPr>
          <a:lstStyle>
            <a:lvl1pPr algn="r">
              <a:defRPr sz="7200" cap="all" baseline="0">
                <a:solidFill>
                  <a:schemeClr val="tx2"/>
                </a:solidFill>
              </a:defRPr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65025" y="4216328"/>
            <a:ext cx="9612971" cy="1143324"/>
          </a:xfrm>
        </p:spPr>
        <p:txBody>
          <a:bodyPr/>
          <a:lstStyle>
            <a:lvl1pPr marL="0" indent="0" algn="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chemeClr val="tx2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38908" y="6453386"/>
            <a:ext cx="1622409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87DE6118-2437-4B30-8E3C-4D2BE6020583}" type="datetimeFigureOut">
              <a:rPr lang="en-US" dirty="0"/>
              <a:pPr/>
              <a:t>7/16/2025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584312" y="6453386"/>
            <a:ext cx="7023377" cy="404614"/>
          </a:xfrm>
        </p:spPr>
        <p:txBody>
          <a:bodyPr/>
          <a:lstStyle>
            <a:lvl1pPr algn="ctr">
              <a:defRPr>
                <a:solidFill>
                  <a:schemeClr val="tx2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830683" y="6453386"/>
            <a:ext cx="1596292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69E57DC2-970A-4B3E-BB1C-7A09969E49DF}" type="slidenum">
              <a:rPr lang="en-US" dirty="0"/>
              <a:pPr/>
              <a:t>‹nº›</a:t>
            </a:fld>
            <a:endParaRPr lang="en-US" dirty="0"/>
          </a:p>
        </p:txBody>
      </p:sp>
      <p:sp>
        <p:nvSpPr>
          <p:cNvPr id="7" name="Freeform 6" title="Crop Mark"/>
          <p:cNvSpPr/>
          <p:nvPr/>
        </p:nvSpPr>
        <p:spPr bwMode="auto">
          <a:xfrm>
            <a:off x="8151962" y="1685652"/>
            <a:ext cx="3275013" cy="4408488"/>
          </a:xfrm>
          <a:custGeom>
            <a:avLst/>
            <a:gdLst/>
            <a:ahLst/>
            <a:cxnLst/>
            <a:rect l="0" t="0" r="r" b="b"/>
            <a:pathLst>
              <a:path w="4125" h="5554">
                <a:moveTo>
                  <a:pt x="3614" y="0"/>
                </a:moveTo>
                <a:lnTo>
                  <a:pt x="4125" y="0"/>
                </a:lnTo>
                <a:lnTo>
                  <a:pt x="4125" y="5554"/>
                </a:lnTo>
                <a:lnTo>
                  <a:pt x="0" y="5554"/>
                </a:lnTo>
                <a:lnTo>
                  <a:pt x="0" y="5074"/>
                </a:lnTo>
                <a:lnTo>
                  <a:pt x="3614" y="5074"/>
                </a:lnTo>
                <a:lnTo>
                  <a:pt x="3614" y="0"/>
                </a:lnTo>
                <a:close/>
              </a:path>
            </a:pathLst>
          </a:custGeom>
          <a:solidFill>
            <a:schemeClr val="tx2"/>
          </a:solidFill>
          <a:ln w="0">
            <a:noFill/>
            <a:prstDash val="solid"/>
            <a:round/>
            <a:headEnd/>
            <a:tailEnd/>
          </a:ln>
        </p:spPr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371600" y="2285999"/>
            <a:ext cx="4447786" cy="3581401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  <a:lvl2pPr>
              <a:defRPr baseline="0">
                <a:solidFill>
                  <a:schemeClr val="tx2"/>
                </a:solidFill>
              </a:defRPr>
            </a:lvl2pPr>
            <a:lvl3pPr>
              <a:defRPr baseline="0">
                <a:solidFill>
                  <a:schemeClr val="tx2"/>
                </a:solidFill>
              </a:defRPr>
            </a:lvl3pPr>
            <a:lvl4pPr>
              <a:defRPr baseline="0">
                <a:solidFill>
                  <a:schemeClr val="tx2"/>
                </a:solidFill>
              </a:defRPr>
            </a:lvl4pPr>
            <a:lvl5pPr>
              <a:defRPr baseline="0">
                <a:solidFill>
                  <a:schemeClr val="tx2"/>
                </a:solidFill>
              </a:defRPr>
            </a:lvl5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525403" y="2285999"/>
            <a:ext cx="4447786" cy="3581401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DE6118-2437-4B30-8E3C-4D2BE6020583}" type="datetimeFigureOut">
              <a:rPr lang="en-US" dirty="0"/>
              <a:t>7/16/2025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E57DC2-970A-4B3E-BB1C-7A09969E49DF}" type="slidenum">
              <a:rPr lang="en-US" dirty="0"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71600" y="685800"/>
            <a:ext cx="9601200" cy="1485900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71600" y="2340864"/>
            <a:ext cx="4443984" cy="823912"/>
          </a:xfrm>
        </p:spPr>
        <p:txBody>
          <a:bodyPr anchor="b">
            <a:noAutofit/>
          </a:bodyPr>
          <a:lstStyle>
            <a:lvl1pPr marL="0" indent="0">
              <a:lnSpc>
                <a:spcPct val="84000"/>
              </a:lnSpc>
              <a:spcBef>
                <a:spcPts val="0"/>
              </a:spcBef>
              <a:spcAft>
                <a:spcPts val="0"/>
              </a:spcAft>
              <a:buNone/>
              <a:defRPr sz="3000" b="0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371600" y="3305207"/>
            <a:ext cx="4443984" cy="2562193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  <a:lvl2pPr>
              <a:defRPr baseline="0">
                <a:solidFill>
                  <a:schemeClr val="tx2"/>
                </a:solidFill>
              </a:defRPr>
            </a:lvl2pPr>
            <a:lvl3pPr>
              <a:defRPr baseline="0">
                <a:solidFill>
                  <a:schemeClr val="tx2"/>
                </a:solidFill>
              </a:defRPr>
            </a:lvl3pPr>
            <a:lvl4pPr>
              <a:defRPr baseline="0">
                <a:solidFill>
                  <a:schemeClr val="tx2"/>
                </a:solidFill>
              </a:defRPr>
            </a:lvl4pPr>
            <a:lvl5pPr>
              <a:defRPr baseline="0">
                <a:solidFill>
                  <a:schemeClr val="tx2"/>
                </a:solidFill>
              </a:defRPr>
            </a:lvl5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525014" y="2340864"/>
            <a:ext cx="4443984" cy="823912"/>
          </a:xfrm>
        </p:spPr>
        <p:txBody>
          <a:bodyPr anchor="b">
            <a:noAutofit/>
          </a:bodyPr>
          <a:lstStyle>
            <a:lvl1pPr marL="0" indent="0">
              <a:lnSpc>
                <a:spcPct val="84000"/>
              </a:lnSpc>
              <a:spcBef>
                <a:spcPts val="0"/>
              </a:spcBef>
              <a:spcAft>
                <a:spcPts val="0"/>
              </a:spcAft>
              <a:buNone/>
              <a:defRPr sz="3000" b="0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525014" y="3305207"/>
            <a:ext cx="4443984" cy="2562193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  <a:lvl2pPr>
              <a:defRPr baseline="0">
                <a:solidFill>
                  <a:schemeClr val="tx2"/>
                </a:solidFill>
              </a:defRPr>
            </a:lvl2pPr>
            <a:lvl3pPr>
              <a:defRPr baseline="0">
                <a:solidFill>
                  <a:schemeClr val="tx2"/>
                </a:solidFill>
              </a:defRPr>
            </a:lvl3pPr>
            <a:lvl4pPr>
              <a:defRPr baseline="0">
                <a:solidFill>
                  <a:schemeClr val="tx2"/>
                </a:solidFill>
              </a:defRPr>
            </a:lvl4pPr>
            <a:lvl5pPr>
              <a:defRPr baseline="0">
                <a:solidFill>
                  <a:schemeClr val="tx2"/>
                </a:solidFill>
              </a:defRPr>
            </a:lvl5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DE6118-2437-4B30-8E3C-4D2BE6020583}" type="datetimeFigureOut">
              <a:rPr lang="en-US" dirty="0"/>
              <a:t>7/16/2025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E57DC2-970A-4B3E-BB1C-7A09969E49DF}" type="slidenum">
              <a:rPr lang="en-US" dirty="0"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DE6118-2437-4B30-8E3C-4D2BE6020583}" type="datetimeFigureOut">
              <a:rPr lang="en-US" dirty="0"/>
              <a:t>7/16/2025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E57DC2-970A-4B3E-BB1C-7A09969E49DF}" type="slidenum">
              <a:rPr lang="en-US" dirty="0"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DE6118-2437-4B30-8E3C-4D2BE6020583}" type="datetimeFigureOut">
              <a:rPr lang="en-US" dirty="0"/>
              <a:t>7/16/2025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E57DC2-970A-4B3E-BB1C-7A09969E49DF}" type="slidenum">
              <a:rPr lang="en-US" dirty="0"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 title="Background Shape"/>
          <p:cNvSpPr/>
          <p:nvPr/>
        </p:nvSpPr>
        <p:spPr>
          <a:xfrm>
            <a:off x="0" y="376"/>
            <a:ext cx="5303520" cy="685762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3900" y="685800"/>
            <a:ext cx="3855720" cy="2157884"/>
          </a:xfrm>
        </p:spPr>
        <p:txBody>
          <a:bodyPr anchor="t">
            <a:noAutofit/>
          </a:bodyPr>
          <a:lstStyle>
            <a:lvl1pPr>
              <a:lnSpc>
                <a:spcPct val="84000"/>
              </a:lnSpc>
              <a:defRPr sz="4800" baseline="0">
                <a:solidFill>
                  <a:schemeClr val="tx2"/>
                </a:solidFill>
              </a:defRPr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256020" y="685801"/>
            <a:ext cx="5212080" cy="5175250"/>
          </a:xfrm>
        </p:spPr>
        <p:txBody>
          <a:bodyPr/>
          <a:lstStyle>
            <a:lvl1pPr>
              <a:defRPr sz="2000"/>
            </a:lvl1pPr>
            <a:lvl2pPr>
              <a:defRPr sz="2000"/>
            </a:lvl2pPr>
            <a:lvl3pPr>
              <a:defRPr sz="1800"/>
            </a:lvl3pPr>
            <a:lvl4pPr>
              <a:defRPr sz="18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23900" y="2856344"/>
            <a:ext cx="3855720" cy="3011056"/>
          </a:xfrm>
        </p:spPr>
        <p:txBody>
          <a:bodyPr/>
          <a:lstStyle>
            <a:lvl1pPr marL="0" indent="0">
              <a:lnSpc>
                <a:spcPct val="113000"/>
              </a:lnSpc>
              <a:spcBef>
                <a:spcPts val="0"/>
              </a:spcBef>
              <a:spcAft>
                <a:spcPts val="1500"/>
              </a:spcAft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23900" y="6453386"/>
            <a:ext cx="1204572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87DE6118-2437-4B30-8E3C-4D2BE6020583}" type="datetimeFigureOut">
              <a:rPr lang="en-US" dirty="0"/>
              <a:pPr/>
              <a:t>7/16/2025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2205945" y="6453386"/>
            <a:ext cx="2373675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9883140" y="6453386"/>
            <a:ext cx="1596292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69E57DC2-970A-4B3E-BB1C-7A09969E49DF}" type="slidenum">
              <a:rPr lang="en-US" dirty="0"/>
              <a:pPr/>
              <a:t>‹nº›</a:t>
            </a:fld>
            <a:endParaRPr lang="en-US" dirty="0"/>
          </a:p>
        </p:txBody>
      </p:sp>
      <p:sp>
        <p:nvSpPr>
          <p:cNvPr id="9" name="Rectangle 8" title="Divider Bar"/>
          <p:cNvSpPr/>
          <p:nvPr/>
        </p:nvSpPr>
        <p:spPr>
          <a:xfrm>
            <a:off x="5303520" y="376"/>
            <a:ext cx="22860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 title="Background Shape"/>
          <p:cNvSpPr/>
          <p:nvPr/>
        </p:nvSpPr>
        <p:spPr>
          <a:xfrm>
            <a:off x="0" y="376"/>
            <a:ext cx="5303520" cy="685762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3900" y="685800"/>
            <a:ext cx="3855720" cy="2157884"/>
          </a:xfrm>
        </p:spPr>
        <p:txBody>
          <a:bodyPr anchor="t">
            <a:normAutofit/>
          </a:bodyPr>
          <a:lstStyle>
            <a:lvl1pPr>
              <a:lnSpc>
                <a:spcPct val="84000"/>
              </a:lnSpc>
              <a:defRPr sz="4800" baseline="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532120" y="0"/>
            <a:ext cx="6659880" cy="6857999"/>
          </a:xfrm>
        </p:spPr>
        <p:txBody>
          <a:bodyPr anchor="t">
            <a:normAutofit/>
          </a:bodyPr>
          <a:lstStyle>
            <a:lvl1pPr marL="0" indent="0">
              <a:buNone/>
              <a:defRPr sz="2000"/>
            </a:lvl1pPr>
            <a:lvl2pPr marL="457200" indent="0">
              <a:buNone/>
              <a:defRPr sz="2000"/>
            </a:lvl2pPr>
            <a:lvl3pPr marL="914400" indent="0">
              <a:buNone/>
              <a:defRPr sz="20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pt-BR"/>
              <a:t>Clique no ícone para adicionar uma imagem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23900" y="2855968"/>
            <a:ext cx="3855720" cy="3011432"/>
          </a:xfrm>
        </p:spPr>
        <p:txBody>
          <a:bodyPr/>
          <a:lstStyle>
            <a:lvl1pPr marL="0" indent="0">
              <a:lnSpc>
                <a:spcPct val="113000"/>
              </a:lnSpc>
              <a:spcBef>
                <a:spcPts val="0"/>
              </a:spcBef>
              <a:spcAft>
                <a:spcPts val="1500"/>
              </a:spcAft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23900" y="6453386"/>
            <a:ext cx="1204572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87DE6118-2437-4B30-8E3C-4D2BE6020583}" type="datetimeFigureOut">
              <a:rPr lang="en-US" dirty="0"/>
              <a:pPr/>
              <a:t>7/16/2025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2205945" y="6453386"/>
            <a:ext cx="2373675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9883140" y="6453386"/>
            <a:ext cx="1596292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69E57DC2-970A-4B3E-BB1C-7A09969E49DF}" type="slidenum">
              <a:rPr lang="en-US" dirty="0"/>
              <a:pPr/>
              <a:t>‹nº›</a:t>
            </a:fld>
            <a:endParaRPr lang="en-US" dirty="0"/>
          </a:p>
        </p:txBody>
      </p:sp>
      <p:sp>
        <p:nvSpPr>
          <p:cNvPr id="9" name="Rectangle 8" title="Divider Bar"/>
          <p:cNvSpPr/>
          <p:nvPr/>
        </p:nvSpPr>
        <p:spPr>
          <a:xfrm>
            <a:off x="5303520" y="376"/>
            <a:ext cx="22860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371600" y="2295525"/>
            <a:ext cx="9601200" cy="3571875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DE6118-2437-4B30-8E3C-4D2BE6020583}" type="datetimeFigureOut">
              <a:rPr lang="en-US" dirty="0"/>
              <a:t>7/16/2025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E57DC2-970A-4B3E-BB1C-7A09969E49DF}" type="slidenum">
              <a:rPr lang="en-US" dirty="0"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596561" y="624156"/>
            <a:ext cx="1565766" cy="5243244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371600" y="624156"/>
            <a:ext cx="8179641" cy="5243244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DE6118-2437-4B30-8E3C-4D2BE6020583}" type="datetimeFigureOut">
              <a:rPr lang="en-US" dirty="0"/>
              <a:t>7/16/2025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E57DC2-970A-4B3E-BB1C-7A09969E49DF}" type="slidenum">
              <a:rPr lang="en-US" dirty="0"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371600" y="685800"/>
            <a:ext cx="9601200" cy="14859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71600" y="2286000"/>
            <a:ext cx="9601200" cy="35814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390650" y="6453386"/>
            <a:ext cx="1204572" cy="40461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 baseline="0">
                <a:solidFill>
                  <a:schemeClr val="tx2"/>
                </a:solidFill>
              </a:defRPr>
            </a:lvl1pPr>
          </a:lstStyle>
          <a:p>
            <a:fld id="{87DE6118-2437-4B30-8E3C-4D2BE6020583}" type="datetimeFigureOut">
              <a:rPr lang="en-US" dirty="0"/>
              <a:pPr/>
              <a:t>7/16/2025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893564" y="6453386"/>
            <a:ext cx="6280830" cy="40461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 baseline="0">
                <a:solidFill>
                  <a:schemeClr val="tx2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472736" y="6453386"/>
            <a:ext cx="1596292" cy="40461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baseline="0">
                <a:solidFill>
                  <a:schemeClr val="tx2"/>
                </a:solidFill>
              </a:defRPr>
            </a:lvl1pPr>
          </a:lstStyle>
          <a:p>
            <a:fld id="{69E57DC2-970A-4B3E-BB1C-7A09969E49DF}" type="slidenum">
              <a:rPr lang="en-US" dirty="0"/>
              <a:pPr/>
              <a:t>‹nº›</a:t>
            </a:fld>
            <a:endParaRPr lang="en-US" dirty="0"/>
          </a:p>
        </p:txBody>
      </p:sp>
      <p:sp>
        <p:nvSpPr>
          <p:cNvPr id="9" name="Rectangle 8" title="Side bar"/>
          <p:cNvSpPr/>
          <p:nvPr/>
        </p:nvSpPr>
        <p:spPr>
          <a:xfrm>
            <a:off x="478095" y="376"/>
            <a:ext cx="22860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89000"/>
        </a:lnSpc>
        <a:spcBef>
          <a:spcPct val="0"/>
        </a:spcBef>
        <a:buNone/>
        <a:defRPr sz="4400" kern="1200" baseline="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384048" indent="-384048" algn="l" defTabSz="914400" rtl="0" eaLnBrk="1" latinLnBrk="0" hangingPunct="1">
        <a:lnSpc>
          <a:spcPct val="94000"/>
        </a:lnSpc>
        <a:spcBef>
          <a:spcPts val="1000"/>
        </a:spcBef>
        <a:spcAft>
          <a:spcPts val="200"/>
        </a:spcAft>
        <a:buFont typeface="Franklin Gothic Book" panose="020B0503020102020204" pitchFamily="34" charset="0"/>
        <a:buChar char="■"/>
        <a:defRPr sz="2000" kern="1200" baseline="0">
          <a:solidFill>
            <a:schemeClr val="tx2"/>
          </a:solidFill>
          <a:latin typeface="+mn-lt"/>
          <a:ea typeface="+mn-ea"/>
          <a:cs typeface="+mn-cs"/>
        </a:defRPr>
      </a:lvl1pPr>
      <a:lvl2pPr marL="9144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–"/>
        <a:defRPr sz="2000" i="1" kern="1200" baseline="0">
          <a:solidFill>
            <a:schemeClr val="tx2"/>
          </a:solidFill>
          <a:latin typeface="+mn-lt"/>
          <a:ea typeface="+mn-ea"/>
          <a:cs typeface="+mn-cs"/>
        </a:defRPr>
      </a:lvl2pPr>
      <a:lvl3pPr marL="13716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■"/>
        <a:defRPr sz="1800" kern="1200" baseline="0">
          <a:solidFill>
            <a:schemeClr val="tx2"/>
          </a:solidFill>
          <a:latin typeface="+mn-lt"/>
          <a:ea typeface="+mn-ea"/>
          <a:cs typeface="+mn-cs"/>
        </a:defRPr>
      </a:lvl3pPr>
      <a:lvl4pPr marL="18288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–"/>
        <a:defRPr sz="1800" i="1" kern="1200" baseline="0">
          <a:solidFill>
            <a:schemeClr val="tx2"/>
          </a:solidFill>
          <a:latin typeface="+mn-lt"/>
          <a:ea typeface="+mn-ea"/>
          <a:cs typeface="+mn-cs"/>
        </a:defRPr>
      </a:lvl4pPr>
      <a:lvl5pPr marL="22860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■"/>
        <a:defRPr sz="1600" kern="1200" baseline="0">
          <a:solidFill>
            <a:schemeClr val="tx2"/>
          </a:solidFill>
          <a:latin typeface="+mn-lt"/>
          <a:ea typeface="+mn-ea"/>
          <a:cs typeface="+mn-cs"/>
        </a:defRPr>
      </a:lvl5pPr>
      <a:lvl6pPr marL="27432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–"/>
        <a:defRPr sz="1600" i="1" kern="1200" baseline="0">
          <a:solidFill>
            <a:schemeClr val="tx2"/>
          </a:solidFill>
          <a:latin typeface="+mn-lt"/>
          <a:ea typeface="+mn-ea"/>
          <a:cs typeface="+mn-cs"/>
        </a:defRPr>
      </a:lvl6pPr>
      <a:lvl7pPr marL="32004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■"/>
        <a:defRPr sz="1400" kern="1200" baseline="0">
          <a:solidFill>
            <a:schemeClr val="tx2"/>
          </a:solidFill>
          <a:latin typeface="+mn-lt"/>
          <a:ea typeface="+mn-ea"/>
          <a:cs typeface="+mn-cs"/>
        </a:defRPr>
      </a:lvl7pPr>
      <a:lvl8pPr marL="36576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–"/>
        <a:defRPr sz="1400" i="1" kern="1200" baseline="0">
          <a:solidFill>
            <a:schemeClr val="tx2"/>
          </a:solidFill>
          <a:latin typeface="+mn-lt"/>
          <a:ea typeface="+mn-ea"/>
          <a:cs typeface="+mn-cs"/>
        </a:defRPr>
      </a:lvl8pPr>
      <a:lvl9pPr marL="41148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■"/>
        <a:defRPr sz="1400" kern="1200" baseline="0">
          <a:solidFill>
            <a:schemeClr val="tx2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3" orient="horz" pos="1368">
          <p15:clr>
            <a:srgbClr val="F26B43"/>
          </p15:clr>
        </p15:guide>
        <p15:guide id="4" orient="horz" pos="1440">
          <p15:clr>
            <a:srgbClr val="F26B43"/>
          </p15:clr>
        </p15:guide>
        <p15:guide id="6" orient="horz" pos="3696">
          <p15:clr>
            <a:srgbClr val="F26B43"/>
          </p15:clr>
        </p15:guide>
        <p15:guide id="7" orient="horz" pos="432">
          <p15:clr>
            <a:srgbClr val="F26B43"/>
          </p15:clr>
        </p15:guide>
        <p15:guide id="8" orient="horz" pos="1512">
          <p15:clr>
            <a:srgbClr val="F26B43"/>
          </p15:clr>
        </p15:guide>
        <p15:guide id="9" pos="6912">
          <p15:clr>
            <a:srgbClr val="F26B43"/>
          </p15:clr>
        </p15:guide>
        <p15:guide id="10" pos="936">
          <p15:clr>
            <a:srgbClr val="F26B43"/>
          </p15:clr>
        </p15:guide>
        <p15:guide id="11" pos="864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63D5687-15DE-6B43-0106-BF259C94D3C6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pt-BR" dirty="0"/>
              <a:t>Desempenho dos alunos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8017AA76-94BC-B9F0-E88E-76C93731161C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pt-BR" dirty="0"/>
              <a:t>Davi </a:t>
            </a:r>
            <a:r>
              <a:rPr lang="pt-BR" dirty="0" err="1"/>
              <a:t>Hames</a:t>
            </a:r>
            <a:r>
              <a:rPr lang="pt-BR" dirty="0"/>
              <a:t> Airoso 2B 16/07/2025</a:t>
            </a:r>
          </a:p>
        </p:txBody>
      </p:sp>
    </p:spTree>
    <p:extLst>
      <p:ext uri="{BB962C8B-B14F-4D97-AF65-F5344CB8AC3E}">
        <p14:creationId xmlns:p14="http://schemas.microsoft.com/office/powerpoint/2010/main" val="308171961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CBAE37B-2585-6D01-02F1-9C61A57676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43030" y="1426238"/>
            <a:ext cx="2544792" cy="1485900"/>
          </a:xfrm>
        </p:spPr>
        <p:txBody>
          <a:bodyPr>
            <a:normAutofit/>
          </a:bodyPr>
          <a:lstStyle/>
          <a:p>
            <a:pPr algn="ctr"/>
            <a:r>
              <a:rPr lang="pt-BR" sz="1600" dirty="0"/>
              <a:t>Na fórmula da Média eu usei =</a:t>
            </a:r>
            <a:r>
              <a:rPr lang="pt-BR" sz="1600" dirty="0" err="1"/>
              <a:t>med</a:t>
            </a:r>
            <a:r>
              <a:rPr lang="pt-BR" sz="1600" dirty="0"/>
              <a:t> e selecionei o quadrado que eu queria usar</a:t>
            </a:r>
          </a:p>
        </p:txBody>
      </p:sp>
      <p:pic>
        <p:nvPicPr>
          <p:cNvPr id="4" name="Imagem 3">
            <a:extLst>
              <a:ext uri="{FF2B5EF4-FFF2-40B4-BE49-F238E27FC236}">
                <a16:creationId xmlns:a16="http://schemas.microsoft.com/office/drawing/2014/main" id="{E8F4C9E1-83CC-A9C7-E5A9-266E706FC05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32813" y="3188178"/>
            <a:ext cx="805335" cy="1485900"/>
          </a:xfrm>
          <a:prstGeom prst="rect">
            <a:avLst/>
          </a:prstGeom>
        </p:spPr>
      </p:pic>
      <p:sp>
        <p:nvSpPr>
          <p:cNvPr id="7" name="Título 1">
            <a:extLst>
              <a:ext uri="{FF2B5EF4-FFF2-40B4-BE49-F238E27FC236}">
                <a16:creationId xmlns:a16="http://schemas.microsoft.com/office/drawing/2014/main" id="{679E6F6B-FC9A-24C2-5DC0-586EDDB5B86C}"/>
              </a:ext>
            </a:extLst>
          </p:cNvPr>
          <p:cNvSpPr txBox="1">
            <a:spLocks/>
          </p:cNvSpPr>
          <p:nvPr/>
        </p:nvSpPr>
        <p:spPr>
          <a:xfrm>
            <a:off x="1287120" y="1155223"/>
            <a:ext cx="2544792" cy="14859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algn="l" defTabSz="914400" rtl="0" eaLnBrk="1" latinLnBrk="0" hangingPunct="1">
              <a:lnSpc>
                <a:spcPct val="89000"/>
              </a:lnSpc>
              <a:spcBef>
                <a:spcPct val="0"/>
              </a:spcBef>
              <a:buNone/>
              <a:defRPr sz="4400" kern="1200" baseline="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pt-BR" sz="1600" dirty="0"/>
              <a:t>Na fórmula dos números aleatórios eu usei =ALEATÓRIOENTRE(1;10) e selecionei todos os quadrados para ir automático</a:t>
            </a:r>
          </a:p>
        </p:txBody>
      </p:sp>
      <p:pic>
        <p:nvPicPr>
          <p:cNvPr id="9" name="Imagem 8">
            <a:extLst>
              <a:ext uri="{FF2B5EF4-FFF2-40B4-BE49-F238E27FC236}">
                <a16:creationId xmlns:a16="http://schemas.microsoft.com/office/drawing/2014/main" id="{C75FB6ED-2E21-6AC7-D57B-706A31DFA5B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0540" y="2828841"/>
            <a:ext cx="3057952" cy="1200318"/>
          </a:xfrm>
          <a:prstGeom prst="rect">
            <a:avLst/>
          </a:prstGeom>
        </p:spPr>
      </p:pic>
      <p:sp>
        <p:nvSpPr>
          <p:cNvPr id="10" name="Título 1">
            <a:extLst>
              <a:ext uri="{FF2B5EF4-FFF2-40B4-BE49-F238E27FC236}">
                <a16:creationId xmlns:a16="http://schemas.microsoft.com/office/drawing/2014/main" id="{9D289FB3-F702-5A5C-087F-E04566613D58}"/>
              </a:ext>
            </a:extLst>
          </p:cNvPr>
          <p:cNvSpPr txBox="1">
            <a:spLocks/>
          </p:cNvSpPr>
          <p:nvPr/>
        </p:nvSpPr>
        <p:spPr>
          <a:xfrm>
            <a:off x="8033853" y="1440973"/>
            <a:ext cx="2544792" cy="1485900"/>
          </a:xfrm>
          <a:prstGeom prst="rect">
            <a:avLst/>
          </a:prstGeom>
        </p:spPr>
        <p:txBody>
          <a:bodyPr vert="horz" lIns="91440" tIns="45720" rIns="91440" bIns="45720" rtlCol="0" anchor="t">
            <a:normAutofit lnSpcReduction="10000"/>
          </a:bodyPr>
          <a:lstStyle>
            <a:lvl1pPr algn="l" defTabSz="914400" rtl="0" eaLnBrk="1" latinLnBrk="0" hangingPunct="1">
              <a:lnSpc>
                <a:spcPct val="89000"/>
              </a:lnSpc>
              <a:spcBef>
                <a:spcPct val="0"/>
              </a:spcBef>
              <a:buNone/>
              <a:defRPr sz="4400" kern="1200" baseline="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pt-BR" sz="1600" dirty="0"/>
              <a:t>E na Situação  eu usei =se e =e </a:t>
            </a:r>
            <a:r>
              <a:rPr lang="pt-BR" sz="1600" dirty="0" err="1"/>
              <a:t>e</a:t>
            </a:r>
            <a:r>
              <a:rPr lang="pt-BR" sz="1600" dirty="0"/>
              <a:t> coloquei a condição dentro do [] se é aprovado ou reprovado e formatei para ficar vermelho reprovado e verde aprovado</a:t>
            </a:r>
          </a:p>
        </p:txBody>
      </p:sp>
      <p:pic>
        <p:nvPicPr>
          <p:cNvPr id="12" name="Imagem 11">
            <a:extLst>
              <a:ext uri="{FF2B5EF4-FFF2-40B4-BE49-F238E27FC236}">
                <a16:creationId xmlns:a16="http://schemas.microsoft.com/office/drawing/2014/main" id="{2907D29D-6E21-60F4-29BC-7C7425F580C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87806" y="3066254"/>
            <a:ext cx="1632351" cy="19258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7932336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FEA9A67-7822-6ACA-6EE3-C57FBB9F8B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600" y="711679"/>
            <a:ext cx="9601200" cy="1485900"/>
          </a:xfrm>
        </p:spPr>
        <p:txBody>
          <a:bodyPr>
            <a:normAutofit fontScale="90000"/>
          </a:bodyPr>
          <a:lstStyle/>
          <a:p>
            <a:r>
              <a:rPr lang="pt-BR" dirty="0"/>
              <a:t>Com destaque para os aprovados </a:t>
            </a:r>
            <a:r>
              <a:rPr lang="pt-BR" dirty="0">
                <a:solidFill>
                  <a:srgbClr val="00B050"/>
                </a:solidFill>
              </a:rPr>
              <a:t>Davi </a:t>
            </a:r>
            <a:r>
              <a:rPr lang="pt-BR" dirty="0"/>
              <a:t>e </a:t>
            </a:r>
            <a:r>
              <a:rPr lang="pt-BR" dirty="0">
                <a:solidFill>
                  <a:srgbClr val="00B050"/>
                </a:solidFill>
              </a:rPr>
              <a:t>Luiza </a:t>
            </a:r>
            <a:r>
              <a:rPr lang="pt-BR" dirty="0">
                <a:solidFill>
                  <a:schemeClr val="tx1"/>
                </a:solidFill>
              </a:rPr>
              <a:t>e os Reprovados: </a:t>
            </a:r>
            <a:r>
              <a:rPr lang="pt-BR" dirty="0">
                <a:solidFill>
                  <a:srgbClr val="FF0000"/>
                </a:solidFill>
              </a:rPr>
              <a:t>Paulo</a:t>
            </a:r>
            <a:r>
              <a:rPr lang="pt-BR" dirty="0">
                <a:solidFill>
                  <a:schemeClr val="tx1"/>
                </a:solidFill>
              </a:rPr>
              <a:t>, </a:t>
            </a:r>
            <a:r>
              <a:rPr lang="pt-BR" dirty="0">
                <a:solidFill>
                  <a:srgbClr val="FF0000"/>
                </a:solidFill>
              </a:rPr>
              <a:t>Pedro</a:t>
            </a:r>
            <a:r>
              <a:rPr lang="pt-BR" dirty="0">
                <a:solidFill>
                  <a:schemeClr val="tx1"/>
                </a:solidFill>
              </a:rPr>
              <a:t> e </a:t>
            </a:r>
            <a:r>
              <a:rPr lang="pt-BR" dirty="0">
                <a:solidFill>
                  <a:srgbClr val="FF0000"/>
                </a:solidFill>
              </a:rPr>
              <a:t>Augusto</a:t>
            </a:r>
          </a:p>
        </p:txBody>
      </p:sp>
      <p:pic>
        <p:nvPicPr>
          <p:cNvPr id="3" name="Imagem 2">
            <a:extLst>
              <a:ext uri="{FF2B5EF4-FFF2-40B4-BE49-F238E27FC236}">
                <a16:creationId xmlns:a16="http://schemas.microsoft.com/office/drawing/2014/main" id="{00A2D6E0-79EF-0B19-D823-B01B8745CB3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95979" y="2789872"/>
            <a:ext cx="6763375" cy="16009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22823598"/>
      </p:ext>
    </p:extLst>
  </p:cSld>
  <p:clrMapOvr>
    <a:masterClrMapping/>
  </p:clrMapOvr>
</p:sld>
</file>

<file path=ppt/theme/theme1.xml><?xml version="1.0" encoding="utf-8"?>
<a:theme xmlns:a="http://schemas.openxmlformats.org/drawingml/2006/main" name="Cortar">
  <a:themeElements>
    <a:clrScheme name="Crop">
      <a:dk1>
        <a:sysClr val="windowText" lastClr="000000"/>
      </a:dk1>
      <a:lt1>
        <a:sysClr val="window" lastClr="FFFFFF"/>
      </a:lt1>
      <a:dk2>
        <a:srgbClr val="191B0E"/>
      </a:dk2>
      <a:lt2>
        <a:srgbClr val="EFEDE3"/>
      </a:lt2>
      <a:accent1>
        <a:srgbClr val="8C8D86"/>
      </a:accent1>
      <a:accent2>
        <a:srgbClr val="E6C069"/>
      </a:accent2>
      <a:accent3>
        <a:srgbClr val="897B61"/>
      </a:accent3>
      <a:accent4>
        <a:srgbClr val="8DAB8E"/>
      </a:accent4>
      <a:accent5>
        <a:srgbClr val="77A2BB"/>
      </a:accent5>
      <a:accent6>
        <a:srgbClr val="E28394"/>
      </a:accent6>
      <a:hlink>
        <a:srgbClr val="77A2BB"/>
      </a:hlink>
      <a:folHlink>
        <a:srgbClr val="957A99"/>
      </a:folHlink>
    </a:clrScheme>
    <a:fontScheme name="Crop">
      <a:majorFont>
        <a:latin typeface="Franklin Gothic Book" panose="020B0503020102020204"/>
        <a:ea typeface=""/>
        <a:cs typeface=""/>
        <a:font script="Jpan" typeface="メイリオ"/>
        <a:font script="Hang" typeface="돋움"/>
        <a:font script="Hans" typeface="华文楷体"/>
        <a:font script="Hant" typeface="微軟正黑體"/>
        <a:font script="Arab" typeface="Tahoma"/>
        <a:font script="Hebr" typeface="Aharoni"/>
        <a:font script="Thai" typeface="Lily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Franklin Gothic Book" panose="020B0503020102020204"/>
        <a:ea typeface=""/>
        <a:cs typeface=""/>
        <a:font script="Jpan" typeface="メイリオ"/>
        <a:font script="Hang" typeface="돋움"/>
        <a:font script="Hans" typeface="华文楷体"/>
        <a:font script="Hant" typeface="微軟正黑體"/>
        <a:font script="Arab" typeface="Tahoma"/>
        <a:font script="Hebr" typeface="Aharoni"/>
        <a:font script="Thai" typeface="Lily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Crop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satMod val="105000"/>
                <a:lumMod val="110000"/>
              </a:schemeClr>
            </a:gs>
            <a:gs pos="50000">
              <a:schemeClr val="phClr">
                <a:tint val="73000"/>
                <a:satMod val="103000"/>
                <a:lumMod val="105000"/>
              </a:schemeClr>
            </a:gs>
            <a:gs pos="100000">
              <a:schemeClr val="phClr">
                <a:tint val="81000"/>
                <a:satMod val="109000"/>
                <a:lumMod val="105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satMod val="103000"/>
                <a:lumMod val="102000"/>
              </a:schemeClr>
            </a:gs>
            <a:gs pos="50000">
              <a:schemeClr val="phClr">
                <a:shade val="100000"/>
                <a:satMod val="110000"/>
                <a:lumMod val="100000"/>
              </a:schemeClr>
            </a:gs>
            <a:gs pos="100000">
              <a:schemeClr val="phClr">
                <a:shade val="78000"/>
                <a:satMod val="120000"/>
                <a:lumMod val="99000"/>
              </a:schemeClr>
            </a:gs>
          </a:gsLst>
          <a:lin ang="5400000" scaled="0"/>
        </a:gradFill>
      </a:fillStyleLst>
      <a:lnStyleLst>
        <a:ln w="6350" cap="flat" cmpd="sng" algn="in">
          <a:solidFill>
            <a:schemeClr val="phClr"/>
          </a:solidFill>
          <a:prstDash val="solid"/>
        </a:ln>
        <a:ln w="34925" cap="flat" cmpd="sng" algn="in">
          <a:solidFill>
            <a:schemeClr val="phClr"/>
          </a:solidFill>
          <a:prstDash val="solid"/>
        </a:ln>
        <a:ln w="19050" cap="flat" cmpd="sng" algn="in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satMod val="150000"/>
                <a:lumMod val="102000"/>
              </a:schemeClr>
            </a:gs>
            <a:gs pos="50000">
              <a:schemeClr val="phClr">
                <a:tint val="98000"/>
                <a:shade val="90000"/>
                <a:satMod val="13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Crop" id="{EC9488ED-E761-4D60-9AC4-764D1FE2C171}" vid="{CE19780C-D67D-4C13-9DE9-A52BC3BA51B4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TM10001105[[fn=Cortar]]</Template>
  <TotalTime>12</TotalTime>
  <Words>92</Words>
  <Application>Microsoft Office PowerPoint</Application>
  <PresentationFormat>Widescreen</PresentationFormat>
  <Paragraphs>6</Paragraphs>
  <Slides>3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1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3</vt:i4>
      </vt:variant>
    </vt:vector>
  </HeadingPairs>
  <TitlesOfParts>
    <vt:vector size="5" baseType="lpstr">
      <vt:lpstr>Franklin Gothic Book</vt:lpstr>
      <vt:lpstr>Cortar</vt:lpstr>
      <vt:lpstr>Desempenho dos alunos</vt:lpstr>
      <vt:lpstr>Na fórmula da Média eu usei =med e selecionei o quadrado que eu queria usar</vt:lpstr>
      <vt:lpstr>Com destaque para os aprovados Davi e Luiza e os Reprovados: Paulo, Pedro e Augusto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DAVI HAMES AIROSO</dc:creator>
  <cp:lastModifiedBy>DAVI HAMES AIROSO</cp:lastModifiedBy>
  <cp:revision>1</cp:revision>
  <dcterms:created xsi:type="dcterms:W3CDTF">2025-07-16T12:52:07Z</dcterms:created>
  <dcterms:modified xsi:type="dcterms:W3CDTF">2025-07-16T13:04:16Z</dcterms:modified>
</cp:coreProperties>
</file>